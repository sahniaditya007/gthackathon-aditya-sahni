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Campaign Insight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Auto-generated deck from Marketing Campaign Uplift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Campaign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Total campaigns: 50</a:t>
            </a:r>
          </a:p>
          <a:p>
            <a:pPr lvl="1">
              <a:defRPr sz="2000"/>
            </a:pPr>
            <a:r>
              <a:t>Average expected uplift: 0.09</a:t>
            </a:r>
          </a:p>
          <a:p>
            <a:pPr lvl="1">
              <a:defRPr sz="2000"/>
            </a:pPr>
            <a:r>
              <a:t>Median uplift: 0.09</a:t>
            </a:r>
          </a:p>
          <a:p>
            <a:pPr lvl="1">
              <a:defRPr sz="2000"/>
            </a:pPr>
            <a:r>
              <a:t>Max uplift: 0.14</a:t>
            </a:r>
          </a:p>
          <a:p>
            <a:pPr lvl="1">
              <a:defRPr sz="2000"/>
            </a:pPr>
            <a:r>
              <a:t>Min uplift: 0.02</a:t>
            </a:r>
          </a:p>
          <a:p>
            <a:pPr lvl="1">
              <a:defRPr sz="2000"/>
            </a:pPr>
            <a:r>
              <a:t>Average duration: 51.0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Channels by Expected Uplift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15240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Campaigns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Avg Uplift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Median Uplift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Max Uplift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Affiliate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0.14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Paid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0.14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0.14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0.14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Social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0.14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Expected Uplift by Channel</a:t>
            </a:r>
          </a:p>
        </p:txBody>
      </p:sp>
      <p:pic>
        <p:nvPicPr>
          <p:cNvPr id="3" name="Picture 2" descr="uplift_by_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Expected Uplift by Objective</a:t>
            </a:r>
          </a:p>
        </p:txBody>
      </p:sp>
      <p:pic>
        <p:nvPicPr>
          <p:cNvPr id="3" name="Picture 2" descr="uplift_by_obj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/>
            </a:pPr>
            <a:r>
              <a:t>Overall campaign performance shows a healthy average expected uplift of 9%.</a:t>
            </a:r>
          </a:p>
          <a:p>
            <a:pPr>
              <a:defRPr sz="2000" b="0"/>
            </a:pPr>
            <a:r>
              <a:t>Affiliate marketing and broad "All" customer targeting consistently deliver the strongest uplift.</a:t>
            </a:r>
          </a:p>
          <a:p>
            <a:pPr>
              <a:defRPr sz="2000" b="0"/>
            </a:pPr>
            <a:r>
              <a:t>Social media campaigns and those targeting "Churn Risk" customers show the lowest average uplift.</a:t>
            </a:r>
          </a:p>
          <a:p>
            <a:pPr>
              <a:defRPr sz="2000" b="0"/>
            </a:pPr>
            <a:r>
              <a:t>There's significant potential, with top campaigns achieving up to 14% uplift across various categories.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Channel, Objective &amp; Segment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/>
            </a:pPr>
            <a:r>
              <a:t>Channels:** Affiliate marketing is the top performer. Social media and Email channels show lower average uplift, though Email campaigns can sometimes achieve very high results.</a:t>
            </a:r>
          </a:p>
          <a:p>
            <a:pPr>
              <a:defRPr sz="2000" b="0"/>
            </a:pPr>
            <a:r>
              <a:t>Objectives:** Retention and Cross-sell campaigns are generally effective, showing strong average and median uplifts. Acquisition and Reactivation objectives have slightly lower average performance.</a:t>
            </a:r>
          </a:p>
          <a:p>
            <a:pPr>
              <a:defRPr sz="2000" b="0"/>
            </a:pPr>
            <a:r>
              <a:t>Segments:** Campaigns targeting the "All" customer segment are highly successful. Campaigns focused on "Churn Risk" customers deliver the lowest average and median uplift.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to Improve Uplift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/>
            </a:pPr>
            <a:r>
              <a:t>Increase investment and focus on Affiliate channels and "All" customer segments, given their strong track record of high uplift.</a:t>
            </a:r>
          </a:p>
          <a:p>
            <a:pPr>
              <a:defRPr sz="2000" b="0"/>
            </a:pPr>
            <a:r>
              <a:t>Review and optimize strategies for Social media and "Churn Risk" customer campaigns to improve their effectiveness.</a:t>
            </a:r>
          </a:p>
          <a:p>
            <a:pPr>
              <a:defRPr sz="2000" b="0"/>
            </a:pPr>
            <a:r>
              <a:t>Analyze the high-performing campaigns within Email, Social, Acquisition, and Reactivation to understand and replicate their success factors.</a:t>
            </a:r>
          </a:p>
          <a:p>
            <a:pPr>
              <a:defRPr sz="2000" b="0"/>
            </a:pPr>
            <a:r>
              <a:t>Prioritize and develop more campaigns around Retention and Cross-sell objectives, leveraging their proven potential for strong uplift.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